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/hXOQtOs6w0jBuyKbgDuvSPOE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Preworks course home assignments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9918c3b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f99918c3b7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mailto:ritvik.krishna2009@gmail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97948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2094491" y="616626"/>
            <a:ext cx="5976600" cy="13599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4500562" y="6000768"/>
            <a:ext cx="4572032" cy="785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IN">
                <a:solidFill>
                  <a:schemeClr val="lt1"/>
                </a:solidFill>
              </a:rPr>
              <a:t>Author: Ritvik Krishna Kodavati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248125" y="2409950"/>
            <a:ext cx="70506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Automatic Number Plate Detection System — User Manual 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>
            <p:ph type="ctrTitle"/>
          </p:nvPr>
        </p:nvSpPr>
        <p:spPr>
          <a:xfrm>
            <a:off x="944823" y="50661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SmartPlate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519042" y="-2805054"/>
            <a:ext cx="6957390" cy="123686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-505679" y="305264"/>
            <a:ext cx="5256600" cy="9360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-2113450" y="241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669300" y="167295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Acknowledgements</a:t>
            </a:r>
            <a:endParaRPr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About Me</a:t>
            </a:r>
            <a:endParaRPr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About My Internship Journey with Clevered</a:t>
            </a:r>
            <a:endParaRPr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About App</a:t>
            </a:r>
            <a:endParaRPr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How do I use the App?</a:t>
            </a:r>
            <a:endParaRPr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App Features &amp; Options Breakdown</a:t>
            </a:r>
            <a:endParaRPr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Contact Information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90242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Acknowledgements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-89700" y="1724475"/>
            <a:ext cx="8941200" cy="4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•"/>
            </a:pPr>
            <a:r>
              <a:rPr lang="en-IN" sz="2900">
                <a:solidFill>
                  <a:schemeClr val="lt1"/>
                </a:solidFill>
              </a:rPr>
              <a:t>I would like to express my sincere gratitude to my mentors, Mr. Ken and Mr. Avishek Das  for his guidance and support throughout this project.</a:t>
            </a:r>
            <a:endParaRPr sz="2900">
              <a:solidFill>
                <a:schemeClr val="lt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•"/>
            </a:pPr>
            <a:r>
              <a:rPr lang="en-IN" sz="2900">
                <a:solidFill>
                  <a:schemeClr val="lt1"/>
                </a:solidFill>
              </a:rPr>
              <a:t>A special thanks to my parents for their continuous encouragement.</a:t>
            </a:r>
            <a:endParaRPr sz="2900">
              <a:solidFill>
                <a:schemeClr val="lt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•"/>
            </a:pPr>
            <a:r>
              <a:rPr lang="en-IN" sz="2900">
                <a:solidFill>
                  <a:schemeClr val="lt1"/>
                </a:solidFill>
              </a:rPr>
              <a:t>I am also grateful to the open-source community behind OpenCV, PyTesseract, and CustomTkinter for providing the tools and documentation necessary to build this application.</a:t>
            </a:r>
            <a:endParaRPr sz="2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64449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569746" y="312089"/>
            <a:ext cx="5256600" cy="9360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>
            <p:ph type="title"/>
          </p:nvPr>
        </p:nvSpPr>
        <p:spPr>
          <a:xfrm>
            <a:off x="733700" y="208600"/>
            <a:ext cx="492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About Me..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10885073" y="1340770"/>
            <a:ext cx="1043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-3170092" y="1148400"/>
            <a:ext cx="12423600" cy="47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97743" y="1855536"/>
            <a:ext cx="4233000" cy="3464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897750" y="1848600"/>
            <a:ext cx="42330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Hi! I am Ritvik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love learning new things and  interested in Computer Vision and Artificial Intelligence. Through this project, I aimed to solve real-world automation challenges by creating a user-friendly license plate recognition tool.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551451" y="-54747"/>
            <a:ext cx="7632900" cy="9360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>
            <p:ph type="title"/>
          </p:nvPr>
        </p:nvSpPr>
        <p:spPr>
          <a:xfrm>
            <a:off x="253250" y="-54750"/>
            <a:ext cx="79311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IN" sz="3759"/>
              <a:t>About My Internship Journey with Clevered..</a:t>
            </a:r>
            <a:endParaRPr sz="3759"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10644525" y="3877541"/>
            <a:ext cx="4896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-83000" y="1255975"/>
            <a:ext cx="9144000" cy="54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During my internship with Clevered, I gained hands-on experience in Python programming, machine learning fundamentals, image processing, and UI development. Working under expert guidance allowed me to transform practical knowledge into a fully functional desktop application. 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519057" y="-2805047"/>
            <a:ext cx="6957390" cy="1236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71646" y="-11"/>
            <a:ext cx="5256600" cy="9360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>
            <p:ph type="title"/>
          </p:nvPr>
        </p:nvSpPr>
        <p:spPr>
          <a:xfrm>
            <a:off x="-986225" y="-103500"/>
            <a:ext cx="711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About App..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2037600" y="1332025"/>
            <a:ext cx="18441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IN" sz="1600">
                <a:solidFill>
                  <a:schemeClr val="lt1"/>
                </a:solidFill>
              </a:rPr>
              <a:t>Features a modern CustomTkinter dark-mode interface with a dynamic image display card, a live detection status banner, and a single-click image uploader.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4027750" y="1039500"/>
            <a:ext cx="4974000" cy="5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App’s Introduction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300">
                <a:solidFill>
                  <a:schemeClr val="lt1"/>
                </a:solidFill>
              </a:rPr>
              <a:t>SmartPlate</a:t>
            </a:r>
            <a:r>
              <a:rPr lang="en-IN" sz="2300">
                <a:solidFill>
                  <a:schemeClr val="lt1"/>
                </a:solidFill>
              </a:rPr>
              <a:t>  is  an  Automatic  Number  Plate Recognition   (ANPR) desktop   application  designed  to  identify and extract license plate text from vehicle images automatically. </a:t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874" y="4314750"/>
            <a:ext cx="3877575" cy="24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-518325" y="149375"/>
            <a:ext cx="6738300" cy="9360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>
            <p:ph type="title"/>
          </p:nvPr>
        </p:nvSpPr>
        <p:spPr>
          <a:xfrm>
            <a:off x="-1307150" y="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How do I use the App?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944175" y="1709650"/>
            <a:ext cx="8229600" cy="4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solidFill>
                  <a:schemeClr val="lt1"/>
                </a:solidFill>
              </a:rPr>
              <a:t>How do I use the App?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-IN" sz="1900">
                <a:solidFill>
                  <a:schemeClr val="lt1"/>
                </a:solidFill>
              </a:rPr>
              <a:t>Launch Application:</a:t>
            </a:r>
            <a:r>
              <a:rPr lang="en-IN" sz="1900">
                <a:solidFill>
                  <a:schemeClr val="lt1"/>
                </a:solidFill>
              </a:rPr>
              <a:t> Open the Python executable or run python main.py in your terminal.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-IN" sz="1900">
                <a:solidFill>
                  <a:schemeClr val="lt1"/>
                </a:solidFill>
              </a:rPr>
              <a:t>Select Image:</a:t>
            </a:r>
            <a:r>
              <a:rPr lang="en-IN" sz="1900">
                <a:solidFill>
                  <a:schemeClr val="lt1"/>
                </a:solidFill>
              </a:rPr>
              <a:t> Click on the </a:t>
            </a:r>
            <a:r>
              <a:rPr b="1" lang="en-IN" sz="1900">
                <a:solidFill>
                  <a:schemeClr val="lt1"/>
                </a:solidFill>
              </a:rPr>
              <a:t>"📷 Upload Vehicle Image"</a:t>
            </a:r>
            <a:r>
              <a:rPr lang="en-IN" sz="1900">
                <a:solidFill>
                  <a:schemeClr val="lt1"/>
                </a:solidFill>
              </a:rPr>
              <a:t> button.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-IN" sz="1900">
                <a:solidFill>
                  <a:schemeClr val="lt1"/>
                </a:solidFill>
              </a:rPr>
              <a:t>Automatic Detection:</a:t>
            </a:r>
            <a:r>
              <a:rPr lang="en-IN" sz="1900">
                <a:solidFill>
                  <a:schemeClr val="lt1"/>
                </a:solidFill>
              </a:rPr>
              <a:t> The app runs image preprocessing (grayscale, noise filtering, contour detection) and extracts plate text using Tesseract OCR.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-IN" sz="1900">
                <a:solidFill>
                  <a:schemeClr val="lt1"/>
                </a:solidFill>
              </a:rPr>
              <a:t>View Results:</a:t>
            </a:r>
            <a:r>
              <a:rPr lang="en-IN" sz="1900">
                <a:solidFill>
                  <a:schemeClr val="lt1"/>
                </a:solidFill>
              </a:rPr>
              <a:t> The original image displays with a green box around the plate, and the extracted text appears highlighted at the bottom.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8"/>
          <p:cNvSpPr/>
          <p:nvPr/>
        </p:nvSpPr>
        <p:spPr>
          <a:xfrm>
            <a:off x="611560" y="140358"/>
            <a:ext cx="7920880" cy="1290871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70"/>
              <a:buFont typeface="Calibri"/>
              <a:buNone/>
            </a:pPr>
            <a:r>
              <a:rPr lang="en-IN"/>
              <a:t>Upload image</a:t>
            </a:r>
            <a:endParaRPr sz="2700"/>
          </a:p>
        </p:txBody>
      </p:sp>
      <p:sp>
        <p:nvSpPr>
          <p:cNvPr id="150" name="Google Shape;150;p8"/>
          <p:cNvSpPr txBox="1"/>
          <p:nvPr>
            <p:ph idx="1" type="body"/>
          </p:nvPr>
        </p:nvSpPr>
        <p:spPr>
          <a:xfrm>
            <a:off x="457200" y="1600200"/>
            <a:ext cx="3471900" cy="1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</a:rPr>
              <a:t>.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5100670" y="1546243"/>
            <a:ext cx="375761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lt1"/>
                </a:solidFill>
              </a:rPr>
              <a:t>Steps to Use: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IN" sz="1800">
                <a:solidFill>
                  <a:schemeClr val="lt1"/>
                </a:solidFill>
              </a:rPr>
              <a:t>Click </a:t>
            </a:r>
            <a:r>
              <a:rPr b="1" lang="en-IN" sz="1800">
                <a:solidFill>
                  <a:schemeClr val="lt1"/>
                </a:solidFill>
              </a:rPr>
              <a:t>"📷 Upload Vehicle Image"</a:t>
            </a:r>
            <a:r>
              <a:rPr lang="en-IN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IN" sz="1800">
                <a:solidFill>
                  <a:schemeClr val="lt1"/>
                </a:solidFill>
              </a:rPr>
              <a:t>Choose a .jpg, .jpeg, .png, or .bmp image from your system dialog.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IN" sz="1800">
                <a:solidFill>
                  <a:schemeClr val="lt1"/>
                </a:solidFill>
              </a:rPr>
              <a:t>View the bounding box drawn on the plate and read the recognized characters in the green banner.</a:t>
            </a:r>
            <a:endParaRPr sz="18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525523" y="1488738"/>
            <a:ext cx="6710599" cy="46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57" name="Google Shape;157;g3f99918c3b7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7"/>
            <a:ext cx="6957390" cy="1236869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g3f99918c3b7_0_25"/>
          <p:cNvSpPr/>
          <p:nvPr/>
        </p:nvSpPr>
        <p:spPr>
          <a:xfrm>
            <a:off x="611560" y="140358"/>
            <a:ext cx="7920900" cy="12909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99918c3b7_0_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70"/>
              <a:buFont typeface="Calibri"/>
              <a:buNone/>
            </a:pPr>
            <a:r>
              <a:rPr lang="en-IN"/>
              <a:t>Image-2</a:t>
            </a:r>
            <a:endParaRPr sz="2700"/>
          </a:p>
        </p:txBody>
      </p:sp>
      <p:sp>
        <p:nvSpPr>
          <p:cNvPr id="160" name="Google Shape;160;g3f99918c3b7_0_25"/>
          <p:cNvSpPr txBox="1"/>
          <p:nvPr>
            <p:ph idx="1" type="body"/>
          </p:nvPr>
        </p:nvSpPr>
        <p:spPr>
          <a:xfrm>
            <a:off x="457200" y="1600200"/>
            <a:ext cx="3471900" cy="1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</a:rPr>
              <a:t>.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61" name="Google Shape;161;g3f99918c3b7_0_25"/>
          <p:cNvSpPr txBox="1"/>
          <p:nvPr/>
        </p:nvSpPr>
        <p:spPr>
          <a:xfrm>
            <a:off x="5100670" y="1546243"/>
            <a:ext cx="375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</a:rPr>
              <a:t>Steps to Use: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IN" sz="1800">
                <a:solidFill>
                  <a:schemeClr val="lt1"/>
                </a:solidFill>
              </a:rPr>
              <a:t>Click </a:t>
            </a:r>
            <a:r>
              <a:rPr b="1" lang="en-IN" sz="1800">
                <a:solidFill>
                  <a:schemeClr val="lt1"/>
                </a:solidFill>
              </a:rPr>
              <a:t>"📷 Upload Vehicle Image"</a:t>
            </a:r>
            <a:r>
              <a:rPr lang="en-IN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IN" sz="1800">
                <a:solidFill>
                  <a:schemeClr val="lt1"/>
                </a:solidFill>
              </a:rPr>
              <a:t>Choose a .jpg, .jpeg, .png, or .bmp image from your system dialog.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IN" sz="1800">
                <a:solidFill>
                  <a:schemeClr val="lt1"/>
                </a:solidFill>
              </a:rPr>
              <a:t>View the bounding box drawn on the plate and read the recognized characters in the green banner.</a:t>
            </a:r>
            <a:endParaRPr sz="18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g3f99918c3b7_0_25" title="Screenshot 2026-08-10 1948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879875" y="1546250"/>
            <a:ext cx="6980550" cy="50338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9"/>
          <p:cNvSpPr/>
          <p:nvPr/>
        </p:nvSpPr>
        <p:spPr>
          <a:xfrm>
            <a:off x="-111950" y="126777"/>
            <a:ext cx="5400600" cy="12909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>
            <p:ph type="title"/>
          </p:nvPr>
        </p:nvSpPr>
        <p:spPr>
          <a:xfrm>
            <a:off x="-1526450" y="1267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Contact Person</a:t>
            </a:r>
            <a:endParaRPr/>
          </a:p>
        </p:txBody>
      </p:sp>
      <p:sp>
        <p:nvSpPr>
          <p:cNvPr id="170" name="Google Shape;170;p9"/>
          <p:cNvSpPr txBox="1"/>
          <p:nvPr>
            <p:ph idx="1" type="body"/>
          </p:nvPr>
        </p:nvSpPr>
        <p:spPr>
          <a:xfrm>
            <a:off x="388750" y="1417675"/>
            <a:ext cx="8770800" cy="50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Please reach out to Ritvik Krishna Kodavati at </a:t>
            </a:r>
            <a:r>
              <a:rPr lang="en-IN" u="sng">
                <a:solidFill>
                  <a:schemeClr val="hlink"/>
                </a:solidFill>
                <a:hlinkClick r:id="rId4"/>
              </a:rPr>
              <a:t>ritvik.krishna2009@gmail.com</a:t>
            </a:r>
            <a:r>
              <a:rPr lang="en-IN">
                <a:solidFill>
                  <a:schemeClr val="lt1"/>
                </a:solidFill>
              </a:rPr>
              <a:t> for any questions/ concerns/ suggestions on the App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10"/>
          <p:cNvSpPr txBox="1"/>
          <p:nvPr>
            <p:ph type="title"/>
          </p:nvPr>
        </p:nvSpPr>
        <p:spPr>
          <a:xfrm>
            <a:off x="2442592" y="2807803"/>
            <a:ext cx="4258816" cy="1143000"/>
          </a:xfrm>
          <a:prstGeom prst="rect">
            <a:avLst/>
          </a:prstGeom>
          <a:solidFill>
            <a:srgbClr val="F1EDA5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2021-09-17T13:31:27Z</dcterms:created>
  <dc:creator>Smita</dc:creator>
</cp:coreProperties>
</file>